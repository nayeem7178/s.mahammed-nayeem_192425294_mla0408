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r0+xiyCKVluJJjPJmOif87vbS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433013-F0F1-48C6-B349-094936B1385E}">
  <a:tblStyle styleId="{3E433013-F0F1-48C6-B349-094936B138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416175" y="2490625"/>
            <a:ext cx="10711200" cy="26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br>
              <a:rPr b="1"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CO5-AT3 TECHNICAL PRESENTATION</a:t>
            </a:r>
            <a:endParaRPr b="1" sz="31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b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MLA0408-DEEP LEARNING</a:t>
            </a:r>
            <a:endParaRPr b="1" sz="36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Adversarial Networks (GANs)</a:t>
            </a:r>
            <a:endParaRPr b="1"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Generator–Discriminator Framework, Adversarial Training, Applications and Comparison with Autoencoders</a:t>
            </a:r>
            <a:endParaRPr b="1"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br>
              <a:rPr b="1" lang="en-IN" sz="3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5980825" y="5257802"/>
            <a:ext cx="5641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b="1" lang="en-I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b="1" lang="en-IN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S.Mahammed Nayeem </a:t>
            </a:r>
            <a:r>
              <a:rPr b="1" lang="en-IN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(192425294)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28" y="132821"/>
            <a:ext cx="1133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8072" y="257175"/>
            <a:ext cx="1524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22207" y="5382139"/>
            <a:ext cx="4300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Dr.D.Sudhagar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4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235035" y="1662563"/>
            <a:ext cx="95949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Generative Adversarial Networks (GANs) are deep learning models used to generate new and realistic data.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GANs consist of two neural networks: Generator and Discriminator.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The Generator creates synthetic data from random noise.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The Discriminator distinguishes between real data and generated data.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Both networks are trained together through an adversarial learning process.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The Generator continuously improves its ability to create realistic samples.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GANs can generate images, videos, audio, and other synthetic data.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They are widely used in image generation, data augmentation, healthcare, gaming, and creative applications.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5533" y="215901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67" y="150020"/>
            <a:ext cx="11334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545307" y="16120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 Architecture 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230188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271462" y="2079269"/>
            <a:ext cx="8296500" cy="52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Generator and Discriminator Framework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Generator: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Takes random noise as input.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Converts noise into synthetic data.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Attempts to create realistic samples.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Improves its output based on discriminator feedback.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Discriminator: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Receives real and generated samples.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Predicts whether the input is real or fake.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Provides feedback to the generator.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0500" y="1952925"/>
            <a:ext cx="4360051" cy="420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Generator </a:t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07420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453125" y="2368025"/>
            <a:ext cx="105156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Network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is responsible for creating synthetic samples.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is a random noise vector </a:t>
            </a: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transforms the noise into meaningful data.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Initially, generated samples are usually poor.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training, the generator learns the distribution of real data.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objective is to </a:t>
            </a: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fool the discriminator</a:t>
            </a: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933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067" y="230188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451579" y="1012234"/>
            <a:ext cx="8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COMPARISION BETWEEN </a:t>
            </a:r>
            <a:r>
              <a:rPr b="1" lang="en-I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 vs Autoencoder </a:t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2238375" y="191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{3E433013-F0F1-48C6-B349-094936B1385E}</a:tableStyleId>
              </a:tblPr>
              <a:tblGrid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GAN</a:t>
                      </a:r>
                      <a:endParaRPr b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Autoencoder 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Purpose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 realistic data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 representations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Generator + Discriminator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Encoder + Decoder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Adversarial training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Reconstruction loss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Quality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Highly realistic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Often smoother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Generation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Reconstruction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the main focus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 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37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Training Process </a:t>
            </a:r>
            <a:endParaRPr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166687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66686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179832" y="1889126"/>
            <a:ext cx="9979200" cy="4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vs Discriminator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noise is given to the Generator.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produces synthetic samples.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and synthetic samples are given to the Discriminator.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Discriminator identifies real and fake samples.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Discriminator updates its parameters.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receives feedback from the discriminator.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 updates its parameters.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are repeated until realistic samples are produced.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5925" y="1663250"/>
            <a:ext cx="3654624" cy="433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271462" y="11457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REAL-WORLD APPLICATIONS</a:t>
            </a:r>
            <a:endParaRPr/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166687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66686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9801" y="1235750"/>
            <a:ext cx="107355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Image Generation: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Creating realistic human faces and objects.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Healthcare: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Generating synthetic medical images for research.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Image-to-Image Translation: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Converting sketches into realistic images.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Super Resolution: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Increasing image resolution.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Data Augmentation: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Creating additional training samples.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Fashion: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Generating new clothing designs.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Video Generation: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Creating and modifying video content.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Gaming: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Generating textures, characters, and environments.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Art and Design: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Creating artistic and creative content.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Training Data: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Supporting machine-learning systems when real data is limited.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612648" y="2124392"/>
            <a:ext cx="11183112" cy="2609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GANs are powerful generative deep learning models for creating realistic synthetic data.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They use two competing networks: Generator and Discriminator.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Times New Roman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Adversarial training continuously improves the quality of generated samples.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GANs can generate realistic images, videos, audio, and other data.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They are useful for data augmentation, image synthesis, healthcare, gaming, and creative applications.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28600" rtl="0" algn="just">
              <a:spcBef>
                <a:spcPts val="1000"/>
              </a:spcBef>
              <a:spcAft>
                <a:spcPts val="0"/>
              </a:spcAft>
              <a:buSzPts val="2500"/>
              <a:buFont typeface="Times New Roman"/>
              <a:buChar char="➢"/>
            </a:pPr>
            <a:r>
              <a:rPr lang="en-IN" sz="2500">
                <a:latin typeface="Times New Roman"/>
                <a:ea typeface="Times New Roman"/>
                <a:cs typeface="Times New Roman"/>
                <a:sym typeface="Times New Roman"/>
              </a:rPr>
              <a:t>GANs can produce more realistic outputs than traditional autoencoders in many generation tasks.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7866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34" y="119591"/>
            <a:ext cx="11334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2" y="141287"/>
            <a:ext cx="1133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6538" y="16933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ure-PowerPoint-Presentation-Template-Thankyou - SlideBazaar" id="153" name="Google Shape;15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2025-09-10T15:43:15Z</dcterms:created>
  <dc:creator>Shaik Asif</dc:creator>
</cp:coreProperties>
</file>